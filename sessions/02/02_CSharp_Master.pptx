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870a16629441bb" /><Relationship Type="http://schemas.openxmlformats.org/officeDocument/2006/relationships/extended-properties" Target="/docProps/app.xml" Id="Rdff57e96c3a34835" /><Relationship Type="http://schemas.openxmlformats.org/officeDocument/2006/relationships/officeDocument" Target="/ppt/presentation.xml" Id="Rf8e71d3549704c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b77b4ae3bb4655"/>
  </p:sldMasterIdLst>
  <p:notesMasterIdLst>
    <p:notesMasterId xmlns:r="http://schemas.openxmlformats.org/officeDocument/2006/relationships" r:id="Rec46fc329ddd445d"/>
  </p:notesMasterIdLst>
  <p:sldIdLst>
    <p:sldId xmlns:r="http://schemas.openxmlformats.org/officeDocument/2006/relationships" id="256" r:id="R62225df7f93c4335"/>
    <p:sldId xmlns:r="http://schemas.openxmlformats.org/officeDocument/2006/relationships" id="257" r:id="Rd75f1d01b39d400d"/>
    <p:sldId xmlns:r="http://schemas.openxmlformats.org/officeDocument/2006/relationships" id="258" r:id="R345dcfd59eb040dc"/>
    <p:sldId xmlns:r="http://schemas.openxmlformats.org/officeDocument/2006/relationships" id="259" r:id="R16a39e4bf5dc4c06"/>
    <p:sldId xmlns:r="http://schemas.openxmlformats.org/officeDocument/2006/relationships" id="260" r:id="R67c5b06397be44c9"/>
    <p:sldId xmlns:r="http://schemas.openxmlformats.org/officeDocument/2006/relationships" id="261" r:id="R1051d6432ea343f2"/>
    <p:sldId xmlns:r="http://schemas.openxmlformats.org/officeDocument/2006/relationships" id="262" r:id="R7ae82ce14d2544d7"/>
    <p:sldId xmlns:r="http://schemas.openxmlformats.org/officeDocument/2006/relationships" id="263" r:id="Rb1a24d390e404270"/>
    <p:sldId xmlns:r="http://schemas.openxmlformats.org/officeDocument/2006/relationships" id="264" r:id="Rfb5c7121fad74f3e"/>
    <p:sldId xmlns:r="http://schemas.openxmlformats.org/officeDocument/2006/relationships" id="265" r:id="R9c1f8d7c3be6423c"/>
    <p:sldId xmlns:r="http://schemas.openxmlformats.org/officeDocument/2006/relationships" id="266" r:id="R2f04eacf34d04f6d"/>
    <p:sldId xmlns:r="http://schemas.openxmlformats.org/officeDocument/2006/relationships" id="267" r:id="Rb74c822b5e0940a5"/>
    <p:sldId xmlns:r="http://schemas.openxmlformats.org/officeDocument/2006/relationships" id="268" r:id="R45f3aee4b5444156"/>
    <p:sldId xmlns:r="http://schemas.openxmlformats.org/officeDocument/2006/relationships" id="269" r:id="R09756b0b0c894be3"/>
    <p:sldId xmlns:r="http://schemas.openxmlformats.org/officeDocument/2006/relationships" id="270" r:id="R89b9fec2d0a74316"/>
    <p:sldId xmlns:r="http://schemas.openxmlformats.org/officeDocument/2006/relationships" id="271" r:id="R3e1759f3ae544da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b1197c9b774bcf" /><Relationship Type="http://schemas.openxmlformats.org/officeDocument/2006/relationships/slideMaster" Target="/ppt/slideMasters/slideMaster1.xml" Id="Rabb77b4ae3bb4655" /><Relationship Type="http://schemas.openxmlformats.org/officeDocument/2006/relationships/notesMaster" Target="/ppt/notesMasters/notesMaster1.xml" Id="Rec46fc329ddd445d" /><Relationship Type="http://schemas.openxmlformats.org/officeDocument/2006/relationships/presProps" Target="/ppt/presProps.xml" Id="Rb561b563cb324cdf" /><Relationship Type="http://schemas.openxmlformats.org/officeDocument/2006/relationships/tableStyles" Target="/ppt/tableStyles.xml" Id="R092f50f1e8c14d4a" /><Relationship Type="http://schemas.openxmlformats.org/officeDocument/2006/relationships/slide" Target="/ppt/slides/slide1.xml" Id="R62225df7f93c4335" /><Relationship Type="http://schemas.openxmlformats.org/officeDocument/2006/relationships/slide" Target="/ppt/slides/slide2.xml" Id="Rd75f1d01b39d400d" /><Relationship Type="http://schemas.openxmlformats.org/officeDocument/2006/relationships/slide" Target="/ppt/slides/slide3.xml" Id="R345dcfd59eb040dc" /><Relationship Type="http://schemas.openxmlformats.org/officeDocument/2006/relationships/slide" Target="/ppt/slides/slide4.xml" Id="R16a39e4bf5dc4c06" /><Relationship Type="http://schemas.openxmlformats.org/officeDocument/2006/relationships/slide" Target="/ppt/slides/slide5.xml" Id="R67c5b06397be44c9" /><Relationship Type="http://schemas.openxmlformats.org/officeDocument/2006/relationships/slide" Target="/ppt/slides/slide6.xml" Id="R1051d6432ea343f2" /><Relationship Type="http://schemas.openxmlformats.org/officeDocument/2006/relationships/slide" Target="/ppt/slides/slide7.xml" Id="R7ae82ce14d2544d7" /><Relationship Type="http://schemas.openxmlformats.org/officeDocument/2006/relationships/slide" Target="/ppt/slides/slide8.xml" Id="Rb1a24d390e404270" /><Relationship Type="http://schemas.openxmlformats.org/officeDocument/2006/relationships/slide" Target="/ppt/slides/slide9.xml" Id="Rfb5c7121fad74f3e" /><Relationship Type="http://schemas.openxmlformats.org/officeDocument/2006/relationships/slide" Target="/ppt/slides/slide10.xml" Id="R9c1f8d7c3be6423c" /><Relationship Type="http://schemas.openxmlformats.org/officeDocument/2006/relationships/slide" Target="/ppt/slides/slide11.xml" Id="R2f04eacf34d04f6d" /><Relationship Type="http://schemas.openxmlformats.org/officeDocument/2006/relationships/slide" Target="/ppt/slides/slide12.xml" Id="Rb74c822b5e0940a5" /><Relationship Type="http://schemas.openxmlformats.org/officeDocument/2006/relationships/slide" Target="/ppt/slides/slide13.xml" Id="R45f3aee4b5444156" /><Relationship Type="http://schemas.openxmlformats.org/officeDocument/2006/relationships/slide" Target="/ppt/slides/slide14.xml" Id="R09756b0b0c894be3" /><Relationship Type="http://schemas.openxmlformats.org/officeDocument/2006/relationships/slide" Target="/ppt/slides/slide15.xml" Id="R89b9fec2d0a74316" /><Relationship Type="http://schemas.openxmlformats.org/officeDocument/2006/relationships/slide" Target="/ppt/slides/slide16.xml" Id="R3e1759f3ae544d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4fcc75a30d4d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69fe3ac08141bf" /><Relationship Type="http://schemas.openxmlformats.org/officeDocument/2006/relationships/notesMaster" Target="/ppt/notesMasters/notesMaster1.xml" Id="R1d9f660e56154b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7774930eea944a8" /><Relationship Type="http://schemas.openxmlformats.org/officeDocument/2006/relationships/notesMaster" Target="/ppt/notesMasters/notesMaster1.xml" Id="Rdd8175fb2e6f46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a716c87b994960" /><Relationship Type="http://schemas.openxmlformats.org/officeDocument/2006/relationships/notesMaster" Target="/ppt/notesMasters/notesMaster1.xml" Id="R9134c42949364a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641a22147443d6" /><Relationship Type="http://schemas.openxmlformats.org/officeDocument/2006/relationships/notesMaster" Target="/ppt/notesMasters/notesMaster1.xml" Id="R4d82a977d99148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4a96c8cc034583" /><Relationship Type="http://schemas.openxmlformats.org/officeDocument/2006/relationships/notesMaster" Target="/ppt/notesMasters/notesMaster1.xml" Id="R828b2aacf5634a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842d2490344f4b" /><Relationship Type="http://schemas.openxmlformats.org/officeDocument/2006/relationships/notesMaster" Target="/ppt/notesMasters/notesMaster1.xml" Id="R8f750e4db39f4e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f5a767f65c4275" /><Relationship Type="http://schemas.openxmlformats.org/officeDocument/2006/relationships/notesMaster" Target="/ppt/notesMasters/notesMaster1.xml" Id="Rb5145dc56e014a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4e61eb360d4085" /><Relationship Type="http://schemas.openxmlformats.org/officeDocument/2006/relationships/notesMaster" Target="/ppt/notesMasters/notesMaster1.xml" Id="R49a5d2d18b3548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cd2765b0d64c3a" /><Relationship Type="http://schemas.openxmlformats.org/officeDocument/2006/relationships/notesMaster" Target="/ppt/notesMasters/notesMaster1.xml" Id="Re645a24cbe8140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53e961a5f34610" /><Relationship Type="http://schemas.openxmlformats.org/officeDocument/2006/relationships/notesMaster" Target="/ppt/notesMasters/notesMaster1.xml" Id="Rab02112648284d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90c85419334761" /><Relationship Type="http://schemas.openxmlformats.org/officeDocument/2006/relationships/notesMaster" Target="/ppt/notesMasters/notesMaster1.xml" Id="R1015289a6b544b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b37534f9f34eb8" /><Relationship Type="http://schemas.openxmlformats.org/officeDocument/2006/relationships/notesMaster" Target="/ppt/notesMasters/notesMaster1.xml" Id="R34939fd12c2b44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46568a6ebe45e7" /><Relationship Type="http://schemas.openxmlformats.org/officeDocument/2006/relationships/notesMaster" Target="/ppt/notesMasters/notesMaster1.xml" Id="R8c085ddccc3a4a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c8882eb982a4e74" /><Relationship Type="http://schemas.openxmlformats.org/officeDocument/2006/relationships/notesMaster" Target="/ppt/notesMasters/notesMaster1.xml" Id="Re67f589a39b1417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d9c72994f44d8c" /><Relationship Type="http://schemas.openxmlformats.org/officeDocument/2006/relationships/notesMaster" Target="/ppt/notesMasters/notesMaster1.xml" Id="R4d5c3fd760f447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5d73fb25614311" /><Relationship Type="http://schemas.openxmlformats.org/officeDocument/2006/relationships/notesMaster" Target="/ppt/notesMasters/notesMaster1.xml" Id="R265422f3b8bd44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0a2060b2b4d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585313b2f54693" /><Relationship Type="http://schemas.openxmlformats.org/officeDocument/2006/relationships/slideLayout" Target="/ppt/slideLayouts/slideLayout1.xml" Id="R3a2bda9d85da43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2bda9d85da43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aa31fda804706" /><Relationship Type="http://schemas.openxmlformats.org/officeDocument/2006/relationships/notesSlide" Target="/ppt/notesSlides/notesSlide1.xml" Id="Rdd7c5b2a6b4f4cf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f60b401864681" /><Relationship Type="http://schemas.openxmlformats.org/officeDocument/2006/relationships/notesSlide" Target="/ppt/notesSlides/notesSlide2.xml" Id="R5d843d4c1aa743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a9df07b88445a1" /><Relationship Type="http://schemas.openxmlformats.org/officeDocument/2006/relationships/notesSlide" Target="/ppt/notesSlides/notesSlide3.xml" Id="R72aee49b3ce245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61a99ab6f43ab" /><Relationship Type="http://schemas.openxmlformats.org/officeDocument/2006/relationships/notesSlide" Target="/ppt/notesSlides/notesSlide4.xml" Id="R725424180ff84a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61f013ba14b12" /><Relationship Type="http://schemas.openxmlformats.org/officeDocument/2006/relationships/notesSlide" Target="/ppt/notesSlides/notesSlide5.xml" Id="R3a13b124ea2146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d91ed170947a5" /><Relationship Type="http://schemas.openxmlformats.org/officeDocument/2006/relationships/notesSlide" Target="/ppt/notesSlides/notesSlide6.xml" Id="R5087b1daeca641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2b5edbf6494094" /><Relationship Type="http://schemas.openxmlformats.org/officeDocument/2006/relationships/notesSlide" Target="/ppt/notesSlides/notesSlide7.xml" Id="R907a71bbe3d94a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f17887cb447c2" /><Relationship Type="http://schemas.openxmlformats.org/officeDocument/2006/relationships/notesSlide" Target="/ppt/notesSlides/notesSlide8.xml" Id="R2679554272cf4b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8d4fb5e864c8c" /><Relationship Type="http://schemas.openxmlformats.org/officeDocument/2006/relationships/notesSlide" Target="/ppt/notesSlides/notesSlide9.xml" Id="Rd93df59d5f1644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2c7b861f40403e" /><Relationship Type="http://schemas.openxmlformats.org/officeDocument/2006/relationships/notesSlide" Target="/ppt/notesSlides/notesSlide10.xml" Id="R9cf5cc9ac0574d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6d00f95dd474e" /><Relationship Type="http://schemas.openxmlformats.org/officeDocument/2006/relationships/notesSlide" Target="/ppt/notesSlides/notesSlide11.xml" Id="Rc143a8e96c1c43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f9d64d88a4836" /><Relationship Type="http://schemas.openxmlformats.org/officeDocument/2006/relationships/notesSlide" Target="/ppt/notesSlides/notesSlide12.xml" Id="Rf6d7e61408a244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db10b391c482a" /><Relationship Type="http://schemas.openxmlformats.org/officeDocument/2006/relationships/notesSlide" Target="/ppt/notesSlides/notesSlide13.xml" Id="R824f9f84ee9a4d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7e246d1034d5b" /><Relationship Type="http://schemas.openxmlformats.org/officeDocument/2006/relationships/notesSlide" Target="/ppt/notesSlides/notesSlide14.xml" Id="Rd3a91c71e0aa4d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7406c69174711" /><Relationship Type="http://schemas.openxmlformats.org/officeDocument/2006/relationships/notesSlide" Target="/ppt/notesSlides/notesSlide15.xml" Id="Ra1643c7955e747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8859c0d3b4155" /><Relationship Type="http://schemas.openxmlformats.org/officeDocument/2006/relationships/notesSlide" Target="/ppt/notesSlides/notesSlide16.xml" Id="Rd2dc62be639142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F8EBA3F-FD66-4451-B965-239FF752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게임개발 심화반 · 2회차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EFFB0B8-D4F6-4F04-9C77-7E02A83B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885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540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C# 마스터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BD7918F-F60B-4B35-9CC1-B134BCFB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코드를 읽고 · 고치고 · 설명한다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512F6B84-DF99-4DCB-A76A-148B8441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495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note">
            <a:extLst xmlns:a="http://schemas.openxmlformats.org/drawingml/2006/main">
              <a:ext uri="{FF2B5EF4-FFF2-40B4-BE49-F238E27FC236}">
                <a16:creationId xmlns:a16="http://schemas.microsoft.com/office/drawing/2014/main" id="{A293F919-D489-4C4C-88C9-8ADD4FF2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오늘부터 실기 평가가 시작됩니다.</a:t>
            </a:r>
          </a:p>
        </p:txBody>
      </p:sp>
    </p:spTree>
    <p:extLst>
      <p:ext uri="{BB962C8B-B14F-4D97-AF65-F5344CB8AC3E}">
        <p14:creationId xmlns:p14="http://schemas.microsoft.com/office/powerpoint/2010/main" val="64975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2">
            <a:extLst xmlns:a="http://schemas.openxmlformats.org/drawingml/2006/main">
              <a:ext uri="{FF2B5EF4-FFF2-40B4-BE49-F238E27FC236}">
                <a16:creationId xmlns:a16="http://schemas.microsoft.com/office/drawing/2014/main" id="{0F86DCCC-3771-4D42-80B1-97060D72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오늘 끝나면 할 수 있어야 한다</a:t>
            </a:r>
          </a:p>
        </p:txBody>
      </p:sp>
      <p:sp>
        <p:nvSpPr>
          <p:cNvPr id="2" name="accent-2">
            <a:extLst xmlns:a="http://schemas.openxmlformats.org/drawingml/2006/main">
              <a:ext uri="{FF2B5EF4-FFF2-40B4-BE49-F238E27FC236}">
                <a16:creationId xmlns:a16="http://schemas.microsoft.com/office/drawing/2014/main" id="{4D869B0C-1A3B-49F7-A874-5810D116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AD5F9B36-C525-45F4-AA39-C93E97FD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outcomes">
            <a:extLst xmlns:a="http://schemas.openxmlformats.org/drawingml/2006/main">
              <a:ext uri="{FF2B5EF4-FFF2-40B4-BE49-F238E27FC236}">
                <a16:creationId xmlns:a16="http://schemas.microsoft.com/office/drawing/2014/main" id="{DEAC75EF-8E4F-45BF-881A-682DFEF7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0191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변수·조건문·반복문·메서드가 하는 일을 설명한다.</a:t>
            </a:r>
          </a:p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주어진 C# 코드를 읽고 실행 결과를 예측한다.</a:t>
            </a:r>
          </a:p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오류가 있는 전투 프로그램을 직접 수정한다.</a:t>
            </a:r>
          </a:p>
          <a:p xmlns:a="http://schemas.openxmlformats.org/drawingml/2006/main">
            <a:pPr algn="l">
              <a:defRPr sz="22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조건이 바뀌면 코드를 현장에서 다시 고친다.</a:t>
            </a:r>
          </a:p>
        </p:txBody>
      </p:sp>
      <p:sp>
        <p:nvSpPr>
          <p:cNvPr id="5" name="outcome-callout">
            <a:extLst xmlns:a="http://schemas.openxmlformats.org/drawingml/2006/main">
              <a:ext uri="{FF2B5EF4-FFF2-40B4-BE49-F238E27FC236}">
                <a16:creationId xmlns:a16="http://schemas.microsoft.com/office/drawing/2014/main" id="{453BA6CE-8916-45B7-B1FC-F0BE21F68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작동만 하면 끝이 아니다. 왜 그렇게 작성했는지 설명해야 한다.</a:t>
            </a:r>
          </a:p>
        </p:txBody>
      </p:sp>
    </p:spTree>
    <p:extLst>
      <p:ext uri="{BB962C8B-B14F-4D97-AF65-F5344CB8AC3E}">
        <p14:creationId xmlns:p14="http://schemas.microsoft.com/office/powerpoint/2010/main" val="7972920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3">
            <a:extLst xmlns:a="http://schemas.openxmlformats.org/drawingml/2006/main">
              <a:ext uri="{FF2B5EF4-FFF2-40B4-BE49-F238E27FC236}">
                <a16:creationId xmlns:a16="http://schemas.microsoft.com/office/drawing/2014/main" id="{1AA9A8B5-7684-48D2-83F3-F2284100B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오늘 다룰 범위</a:t>
            </a:r>
          </a:p>
        </p:txBody>
      </p:sp>
      <p:sp>
        <p:nvSpPr>
          <p:cNvPr id="2" name="accent-3">
            <a:extLst xmlns:a="http://schemas.openxmlformats.org/drawingml/2006/main">
              <a:ext uri="{FF2B5EF4-FFF2-40B4-BE49-F238E27FC236}">
                <a16:creationId xmlns:a16="http://schemas.microsoft.com/office/drawing/2014/main" id="{7AC88E6F-0824-43ED-A7AF-6B69CA8C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E85E06E5-E316-46B3-99E5-EA4455C1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scope-num-0">
            <a:extLst xmlns:a="http://schemas.openxmlformats.org/drawingml/2006/main">
              <a:ext uri="{FF2B5EF4-FFF2-40B4-BE49-F238E27FC236}">
                <a16:creationId xmlns:a16="http://schemas.microsoft.com/office/drawing/2014/main" id="{FBA1FF9D-5863-400E-8AC1-FA567C82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64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scope-label-0">
            <a:extLst xmlns:a="http://schemas.openxmlformats.org/drawingml/2006/main">
              <a:ext uri="{FF2B5EF4-FFF2-40B4-BE49-F238E27FC236}">
                <a16:creationId xmlns:a16="http://schemas.microsoft.com/office/drawing/2014/main" id="{3E9CDEBE-922F-46C6-BD59-9EC88B24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변수</a:t>
            </a:r>
          </a:p>
        </p:txBody>
      </p:sp>
      <p:sp>
        <p:nvSpPr>
          <p:cNvPr id="6" name="scope-num-1">
            <a:extLst xmlns:a="http://schemas.openxmlformats.org/drawingml/2006/main">
              <a:ext uri="{FF2B5EF4-FFF2-40B4-BE49-F238E27FC236}">
                <a16:creationId xmlns:a16="http://schemas.microsoft.com/office/drawing/2014/main" id="{3DCA8777-3FD9-40C7-B757-8C429464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14550"/>
            <a:ext cx="64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7" name="scope-label-1">
            <a:extLst xmlns:a="http://schemas.openxmlformats.org/drawingml/2006/main">
              <a:ext uri="{FF2B5EF4-FFF2-40B4-BE49-F238E27FC236}">
                <a16:creationId xmlns:a16="http://schemas.microsoft.com/office/drawing/2014/main" id="{F9210AEA-5C2D-4D18-A8E5-A076A892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조건문</a:t>
            </a:r>
          </a:p>
        </p:txBody>
      </p:sp>
      <p:sp>
        <p:nvSpPr>
          <p:cNvPr id="8" name="scope-num-2">
            <a:extLst xmlns:a="http://schemas.openxmlformats.org/drawingml/2006/main">
              <a:ext uri="{FF2B5EF4-FFF2-40B4-BE49-F238E27FC236}">
                <a16:creationId xmlns:a16="http://schemas.microsoft.com/office/drawing/2014/main" id="{D5C904AF-C9FD-487B-A1FB-FAC120D2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14550"/>
            <a:ext cx="64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9" name="scope-label-2">
            <a:extLst xmlns:a="http://schemas.openxmlformats.org/drawingml/2006/main">
              <a:ext uri="{FF2B5EF4-FFF2-40B4-BE49-F238E27FC236}">
                <a16:creationId xmlns:a16="http://schemas.microsoft.com/office/drawing/2014/main" id="{2BC589D7-902D-4AE6-A1E7-BF5E5F45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57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반복문</a:t>
            </a:r>
          </a:p>
        </p:txBody>
      </p:sp>
      <p:sp>
        <p:nvSpPr>
          <p:cNvPr id="10" name="scope-num-3">
            <a:extLst xmlns:a="http://schemas.openxmlformats.org/drawingml/2006/main">
              <a:ext uri="{FF2B5EF4-FFF2-40B4-BE49-F238E27FC236}">
                <a16:creationId xmlns:a16="http://schemas.microsoft.com/office/drawing/2014/main" id="{7AEE8DD1-957C-439F-8A9B-A640D19F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114550"/>
            <a:ext cx="64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1" name="scope-label-3">
            <a:extLst xmlns:a="http://schemas.openxmlformats.org/drawingml/2006/main">
              <a:ext uri="{FF2B5EF4-FFF2-40B4-BE49-F238E27FC236}">
                <a16:creationId xmlns:a16="http://schemas.microsoft.com/office/drawing/2014/main" id="{F91892A4-F58D-4172-B7F0-3A10157C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57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메서드</a:t>
            </a:r>
          </a:p>
        </p:txBody>
      </p:sp>
      <p:sp>
        <p:nvSpPr>
          <p:cNvPr id="12" name="scope-num-4">
            <a:extLst xmlns:a="http://schemas.openxmlformats.org/drawingml/2006/main">
              <a:ext uri="{FF2B5EF4-FFF2-40B4-BE49-F238E27FC236}">
                <a16:creationId xmlns:a16="http://schemas.microsoft.com/office/drawing/2014/main" id="{05B94F36-661A-487C-B02D-9A6E9160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114550"/>
            <a:ext cx="647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3" name="scope-label-4">
            <a:extLst xmlns:a="http://schemas.openxmlformats.org/drawingml/2006/main">
              <a:ext uri="{FF2B5EF4-FFF2-40B4-BE49-F238E27FC236}">
                <a16:creationId xmlns:a16="http://schemas.microsoft.com/office/drawing/2014/main" id="{DC1CD633-7E2A-4E0C-8455-108F90AE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8575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컬렉션·클래스</a:t>
            </a:r>
          </a:p>
        </p:txBody>
      </p:sp>
      <p:sp>
        <p:nvSpPr>
          <p:cNvPr id="14" name="scope-limit">
            <a:extLst xmlns:a="http://schemas.openxmlformats.org/drawingml/2006/main">
              <a:ext uri="{FF2B5EF4-FFF2-40B4-BE49-F238E27FC236}">
                <a16:creationId xmlns:a16="http://schemas.microsoft.com/office/drawing/2014/main" id="{D2A18BC7-5F8C-4700-A56B-98B7D09A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상속 · 인터페이스 · 이벤트 · LINQ는 오늘의 필수 범위가 아니다.</a:t>
            </a:r>
          </a:p>
        </p:txBody>
      </p:sp>
    </p:spTree>
    <p:extLst>
      <p:ext uri="{BB962C8B-B14F-4D97-AF65-F5344CB8AC3E}">
        <p14:creationId xmlns:p14="http://schemas.microsoft.com/office/powerpoint/2010/main" val="19182609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F7B5E023-C789-40F6-862F-59257CF7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변수는 값을 기억하는 이름이다</a:t>
            </a:r>
          </a:p>
        </p:txBody>
      </p:sp>
      <p:sp>
        <p:nvSpPr>
          <p:cNvPr id="2" name="accent-4">
            <a:extLst xmlns:a="http://schemas.openxmlformats.org/drawingml/2006/main">
              <a:ext uri="{FF2B5EF4-FFF2-40B4-BE49-F238E27FC236}">
                <a16:creationId xmlns:a16="http://schemas.microsoft.com/office/drawing/2014/main" id="{42B9F5A5-5EA2-45FD-A14B-CD1E6306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8C45C805-E868-4905-AF32-5E66D7EE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variables-code">
            <a:extLst xmlns:a="http://schemas.openxmlformats.org/drawingml/2006/main">
              <a:ext uri="{FF2B5EF4-FFF2-40B4-BE49-F238E27FC236}">
                <a16:creationId xmlns:a16="http://schemas.microsoft.com/office/drawing/2014/main" id="{8E808910-548E-4DAF-A91C-0458A1C9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5334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int hp = 100;</a:t>
            </a:r>
          </a:p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float speed = 4.5f;</a:t>
            </a:r>
          </a:p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bool isDead = false;</a:t>
            </a:r>
          </a:p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80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string playerName = "Knight";</a:t>
            </a:r>
          </a:p>
        </p:txBody>
      </p:sp>
      <p:sp>
        <p:nvSpPr>
          <p:cNvPr id="5" name="variable-types">
            <a:extLst xmlns:a="http://schemas.openxmlformats.org/drawingml/2006/main">
              <a:ext uri="{FF2B5EF4-FFF2-40B4-BE49-F238E27FC236}">
                <a16:creationId xmlns:a16="http://schemas.microsoft.com/office/drawing/2014/main" id="{785D53CB-FCCE-41E2-9EEA-CD8BD214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764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int: 정수 — 체력, 점수, 공격력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float: 소수 — 속도, 시간, 확률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bool: 참 또는 거짓 — 사망 여부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string: 글자 — 이름, 메시지</a:t>
            </a:r>
          </a:p>
        </p:txBody>
      </p:sp>
      <p:sp>
        <p:nvSpPr>
          <p:cNvPr id="6" name="variable-question">
            <a:extLst xmlns:a="http://schemas.openxmlformats.org/drawingml/2006/main">
              <a:ext uri="{FF2B5EF4-FFF2-40B4-BE49-F238E27FC236}">
                <a16:creationId xmlns:a16="http://schemas.microsoft.com/office/drawing/2014/main" id="{5F633104-CF58-47D5-B9EE-8041BAC9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질문: hp에 12.5를 바로 넣을 수 있을까?</a:t>
            </a:r>
          </a:p>
        </p:txBody>
      </p:sp>
    </p:spTree>
    <p:extLst>
      <p:ext uri="{BB962C8B-B14F-4D97-AF65-F5344CB8AC3E}">
        <p14:creationId xmlns:p14="http://schemas.microsoft.com/office/powerpoint/2010/main" val="3348555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5">
            <a:extLst xmlns:a="http://schemas.openxmlformats.org/drawingml/2006/main">
              <a:ext uri="{FF2B5EF4-FFF2-40B4-BE49-F238E27FC236}">
                <a16:creationId xmlns:a16="http://schemas.microsoft.com/office/drawing/2014/main" id="{C52C30D8-3006-4F43-A430-96D45899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조건문은 상황에 따라 행동을 고른다</a:t>
            </a:r>
          </a:p>
        </p:txBody>
      </p:sp>
      <p:sp>
        <p:nvSpPr>
          <p:cNvPr id="2" name="accent-5">
            <a:extLst xmlns:a="http://schemas.openxmlformats.org/drawingml/2006/main">
              <a:ext uri="{FF2B5EF4-FFF2-40B4-BE49-F238E27FC236}">
                <a16:creationId xmlns:a16="http://schemas.microsoft.com/office/drawing/2014/main" id="{8E3BBC45-111C-472B-81E8-478B5562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811F7835-9B2C-418B-9267-4D31B0D0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condition-code">
            <a:extLst xmlns:a="http://schemas.openxmlformats.org/drawingml/2006/main">
              <a:ext uri="{FF2B5EF4-FFF2-40B4-BE49-F238E27FC236}">
                <a16:creationId xmlns:a16="http://schemas.microsoft.com/office/drawing/2014/main" id="{8FFE4590-C879-4A77-9C5D-D3FBEEF9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59436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if (hp &lt;= 0)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Console.WriteLine("게임 오버");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else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Console.WriteLine($"남은 체력: {hp}");</a:t>
            </a:r>
          </a:p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650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condition-ops">
            <a:extLst xmlns:a="http://schemas.openxmlformats.org/drawingml/2006/main">
              <a:ext uri="{FF2B5EF4-FFF2-40B4-BE49-F238E27FC236}">
                <a16:creationId xmlns:a16="http://schemas.microsoft.com/office/drawing/2014/main" id="{4E1278F4-81D3-428C-9203-1A2650AD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4095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== 같다   != 다르다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&gt;, &lt;, &gt;=, &lt;= 크기 비교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&amp;&amp; 그리고   || 또는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! 참과 거짓을 뒤집기</a:t>
            </a:r>
          </a:p>
        </p:txBody>
      </p:sp>
      <p:sp>
        <p:nvSpPr>
          <p:cNvPr id="6" name="condition-question">
            <a:extLst xmlns:a="http://schemas.openxmlformats.org/drawingml/2006/main">
              <a:ext uri="{FF2B5EF4-FFF2-40B4-BE49-F238E27FC236}">
                <a16:creationId xmlns:a16="http://schemas.microsoft.com/office/drawing/2014/main" id="{50D70EA0-BEAC-4833-9C08-4BB6529B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006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hp가 0일 때 어느 쪽이 실행될까?</a:t>
            </a:r>
          </a:p>
        </p:txBody>
      </p:sp>
    </p:spTree>
    <p:extLst>
      <p:ext uri="{BB962C8B-B14F-4D97-AF65-F5344CB8AC3E}">
        <p14:creationId xmlns:p14="http://schemas.microsoft.com/office/powerpoint/2010/main" val="10909688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6">
            <a:extLst xmlns:a="http://schemas.openxmlformats.org/drawingml/2006/main">
              <a:ext uri="{FF2B5EF4-FFF2-40B4-BE49-F238E27FC236}">
                <a16:creationId xmlns:a16="http://schemas.microsoft.com/office/drawing/2014/main" id="{C22AF2C2-B7D3-47A1-AFF2-4086B6A2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반복문은 종료 조건이 핵심이다</a:t>
            </a:r>
          </a:p>
        </p:txBody>
      </p:sp>
      <p:sp>
        <p:nvSpPr>
          <p:cNvPr id="2" name="accent-6">
            <a:extLst xmlns:a="http://schemas.openxmlformats.org/drawingml/2006/main">
              <a:ext uri="{FF2B5EF4-FFF2-40B4-BE49-F238E27FC236}">
                <a16:creationId xmlns:a16="http://schemas.microsoft.com/office/drawing/2014/main" id="{E7F7F157-158A-41A5-B481-1F9ED2A4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1C3D8FD2-3295-434D-873E-5C11FB17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while-code">
            <a:extLst xmlns:a="http://schemas.openxmlformats.org/drawingml/2006/main">
              <a:ext uri="{FF2B5EF4-FFF2-40B4-BE49-F238E27FC236}">
                <a16:creationId xmlns:a16="http://schemas.microsoft.com/office/drawing/2014/main" id="{13B28463-F728-4875-8439-41F6173A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5219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while (monsterHp &gt; 0)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monsterHp -= 10;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Console.WriteLine(monsterHp);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for-code">
            <a:extLst xmlns:a="http://schemas.openxmlformats.org/drawingml/2006/main">
              <a:ext uri="{FF2B5EF4-FFF2-40B4-BE49-F238E27FC236}">
                <a16:creationId xmlns:a16="http://schemas.microsoft.com/office/drawing/2014/main" id="{17BDC592-098E-4188-8A7E-ED6F2CF2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95450"/>
            <a:ext cx="52197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for (int i = 0; i &lt; 3; i++)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Console.WriteLine($"{i + 1}턴");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6" name="while-label">
            <a:extLst xmlns:a="http://schemas.openxmlformats.org/drawingml/2006/main">
              <a:ext uri="{FF2B5EF4-FFF2-40B4-BE49-F238E27FC236}">
                <a16:creationId xmlns:a16="http://schemas.microsoft.com/office/drawing/2014/main" id="{31518FE4-98AB-4ED6-B91D-C7F649CC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while — 조건이 참인 동안</a:t>
            </a:r>
          </a:p>
        </p:txBody>
      </p:sp>
      <p:sp>
        <p:nvSpPr>
          <p:cNvPr id="7" name="for-label">
            <a:extLst xmlns:a="http://schemas.openxmlformats.org/drawingml/2006/main">
              <a:ext uri="{FF2B5EF4-FFF2-40B4-BE49-F238E27FC236}">
                <a16:creationId xmlns:a16="http://schemas.microsoft.com/office/drawing/2014/main" id="{B7018E2E-1A93-4EBE-8FEF-2CEF12B8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for — 횟수를 세며 반복</a:t>
            </a:r>
          </a:p>
        </p:txBody>
      </p:sp>
      <p:sp>
        <p:nvSpPr>
          <p:cNvPr id="8" name="loop-warning">
            <a:extLst xmlns:a="http://schemas.openxmlformats.org/drawingml/2006/main">
              <a:ext uri="{FF2B5EF4-FFF2-40B4-BE49-F238E27FC236}">
                <a16:creationId xmlns:a16="http://schemas.microsoft.com/office/drawing/2014/main" id="{0AE2CEC1-7A25-4FE2-A5EC-F8B3DA40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반복 중 조건이 바뀌지 않으면 무한 반복이 될 수 있다.</a:t>
            </a:r>
          </a:p>
        </p:txBody>
      </p:sp>
    </p:spTree>
    <p:extLst>
      <p:ext uri="{BB962C8B-B14F-4D97-AF65-F5344CB8AC3E}">
        <p14:creationId xmlns:p14="http://schemas.microsoft.com/office/powerpoint/2010/main" val="215132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7">
            <a:extLst xmlns:a="http://schemas.openxmlformats.org/drawingml/2006/main">
              <a:ext uri="{FF2B5EF4-FFF2-40B4-BE49-F238E27FC236}">
                <a16:creationId xmlns:a16="http://schemas.microsoft.com/office/drawing/2014/main" id="{D09D618B-7F67-4328-AB6F-ED74819D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메서드는 한 가지 일을 이름 붙여 묶는다</a:t>
            </a:r>
          </a:p>
        </p:txBody>
      </p:sp>
      <p:sp>
        <p:nvSpPr>
          <p:cNvPr id="2" name="accent-7">
            <a:extLst xmlns:a="http://schemas.openxmlformats.org/drawingml/2006/main">
              <a:ext uri="{FF2B5EF4-FFF2-40B4-BE49-F238E27FC236}">
                <a16:creationId xmlns:a16="http://schemas.microsoft.com/office/drawing/2014/main" id="{E55D7801-1553-41EF-848D-EB804D89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3D80E21B-E77B-4A51-ABAC-2450F06D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method-code">
            <a:extLst xmlns:a="http://schemas.openxmlformats.org/drawingml/2006/main">
              <a:ext uri="{FF2B5EF4-FFF2-40B4-BE49-F238E27FC236}">
                <a16:creationId xmlns:a16="http://schemas.microsoft.com/office/drawing/2014/main" id="{A7660717-B92B-4434-B85A-B94F6986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70675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static int CalculateDamage(int attack, int defense)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int damage = attack - defense;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if (damage &lt; 1) damage = 1;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return damage;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method-parts">
            <a:extLst xmlns:a="http://schemas.openxmlformats.org/drawingml/2006/main">
              <a:ext uri="{FF2B5EF4-FFF2-40B4-BE49-F238E27FC236}">
                <a16:creationId xmlns:a16="http://schemas.microsoft.com/office/drawing/2014/main" id="{08D0E458-B141-44A5-B04E-45F39A57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52600"/>
            <a:ext cx="36385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이름: CalculateDamage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입력: attack, defense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출력: int 값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return: 결과를 호출한 곳으로 전달</a:t>
            </a:r>
          </a:p>
        </p:txBody>
      </p:sp>
      <p:sp>
        <p:nvSpPr>
          <p:cNvPr id="6" name="method-question">
            <a:extLst xmlns:a="http://schemas.openxmlformats.org/drawingml/2006/main">
              <a:ext uri="{FF2B5EF4-FFF2-40B4-BE49-F238E27FC236}">
                <a16:creationId xmlns:a16="http://schemas.microsoft.com/office/drawing/2014/main" id="{217F6B18-C069-4FF6-A8DD-687D15E0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721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질문: return이 없으면 피해량을 어디서 받을까?</a:t>
            </a:r>
          </a:p>
        </p:txBody>
      </p:sp>
    </p:spTree>
    <p:extLst>
      <p:ext uri="{BB962C8B-B14F-4D97-AF65-F5344CB8AC3E}">
        <p14:creationId xmlns:p14="http://schemas.microsoft.com/office/powerpoint/2010/main" val="126250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8">
            <a:extLst xmlns:a="http://schemas.openxmlformats.org/drawingml/2006/main">
              <a:ext uri="{FF2B5EF4-FFF2-40B4-BE49-F238E27FC236}">
                <a16:creationId xmlns:a16="http://schemas.microsoft.com/office/drawing/2014/main" id="{68A45813-D4B0-4288-81DE-D2F1A479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여러 값은 배열과 List로 묶는다</a:t>
            </a:r>
          </a:p>
        </p:txBody>
      </p:sp>
      <p:sp>
        <p:nvSpPr>
          <p:cNvPr id="2" name="accent-8">
            <a:extLst xmlns:a="http://schemas.openxmlformats.org/drawingml/2006/main">
              <a:ext uri="{FF2B5EF4-FFF2-40B4-BE49-F238E27FC236}">
                <a16:creationId xmlns:a16="http://schemas.microsoft.com/office/drawing/2014/main" id="{C85F9DD5-A39C-4DDF-99F9-98977699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4C04C417-8D54-4618-8746-68C54AC6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array-code">
            <a:extLst xmlns:a="http://schemas.openxmlformats.org/drawingml/2006/main">
              <a:ext uri="{FF2B5EF4-FFF2-40B4-BE49-F238E27FC236}">
                <a16:creationId xmlns:a16="http://schemas.microsoft.com/office/drawing/2014/main" id="{0439F8B9-2CC1-4D8A-87F7-337B7F19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5219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int[] scores = { 10, 20, 30 };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Console.WriteLine(scores[0]);</a:t>
            </a:r>
          </a:p>
        </p:txBody>
      </p:sp>
      <p:sp>
        <p:nvSpPr>
          <p:cNvPr id="5" name="list-code">
            <a:extLst xmlns:a="http://schemas.openxmlformats.org/drawingml/2006/main">
              <a:ext uri="{FF2B5EF4-FFF2-40B4-BE49-F238E27FC236}">
                <a16:creationId xmlns:a16="http://schemas.microsoft.com/office/drawing/2014/main" id="{990247B7-3B80-45FA-B374-E4BC7B47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14500"/>
            <a:ext cx="52197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List&lt;string&gt; items = new();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items.Add("Potion");</a:t>
            </a:r>
          </a:p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72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items.Add("Sword");</a:t>
            </a:r>
          </a:p>
        </p:txBody>
      </p:sp>
      <p:sp>
        <p:nvSpPr>
          <p:cNvPr id="6" name="array-label">
            <a:extLst xmlns:a="http://schemas.openxmlformats.org/drawingml/2006/main">
              <a:ext uri="{FF2B5EF4-FFF2-40B4-BE49-F238E27FC236}">
                <a16:creationId xmlns:a16="http://schemas.microsoft.com/office/drawing/2014/main" id="{C4264B4D-0DC4-41FF-9783-3CC12031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배열: 크기를 먼저 정하는 묶음</a:t>
            </a:r>
          </a:p>
        </p:txBody>
      </p:sp>
      <p:sp>
        <p:nvSpPr>
          <p:cNvPr id="7" name="list-label">
            <a:extLst xmlns:a="http://schemas.openxmlformats.org/drawingml/2006/main">
              <a:ext uri="{FF2B5EF4-FFF2-40B4-BE49-F238E27FC236}">
                <a16:creationId xmlns:a16="http://schemas.microsoft.com/office/drawing/2014/main" id="{973FA2E6-26EB-473A-A5D2-7F3FD716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1475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List: 실행 중 추가·삭제하기 쉬운 묶음</a:t>
            </a:r>
          </a:p>
        </p:txBody>
      </p:sp>
      <p:sp>
        <p:nvSpPr>
          <p:cNvPr id="8" name="index-note">
            <a:extLst xmlns:a="http://schemas.openxmlformats.org/drawingml/2006/main">
              <a:ext uri="{FF2B5EF4-FFF2-40B4-BE49-F238E27FC236}">
                <a16:creationId xmlns:a16="http://schemas.microsoft.com/office/drawing/2014/main" id="{D08BBA43-4174-4C9C-878B-0FDB1D46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인덱스는 0부터 시작한다. 첫 번째 값은 [0]이다.</a:t>
            </a:r>
          </a:p>
        </p:txBody>
      </p:sp>
    </p:spTree>
    <p:extLst>
      <p:ext uri="{BB962C8B-B14F-4D97-AF65-F5344CB8AC3E}">
        <p14:creationId xmlns:p14="http://schemas.microsoft.com/office/powerpoint/2010/main" val="20575526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9">
            <a:extLst xmlns:a="http://schemas.openxmlformats.org/drawingml/2006/main">
              <a:ext uri="{FF2B5EF4-FFF2-40B4-BE49-F238E27FC236}">
                <a16:creationId xmlns:a16="http://schemas.microsoft.com/office/drawing/2014/main" id="{F4BD3B01-68B7-4333-BBFC-48C3C9DEE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클래스는 데이터와 행동을 함께 묶는다</a:t>
            </a:r>
          </a:p>
        </p:txBody>
      </p:sp>
      <p:sp>
        <p:nvSpPr>
          <p:cNvPr id="2" name="accent-9">
            <a:extLst xmlns:a="http://schemas.openxmlformats.org/drawingml/2006/main">
              <a:ext uri="{FF2B5EF4-FFF2-40B4-BE49-F238E27FC236}">
                <a16:creationId xmlns:a16="http://schemas.microsoft.com/office/drawing/2014/main" id="{E64B9D79-79A0-4210-AB78-0E76B3D7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B0CA38AD-A864-447F-A07F-56055981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class-code">
            <a:extLst xmlns:a="http://schemas.openxmlformats.org/drawingml/2006/main">
              <a:ext uri="{FF2B5EF4-FFF2-40B4-BE49-F238E27FC236}">
                <a16:creationId xmlns:a16="http://schemas.microsoft.com/office/drawing/2014/main" id="{ABA6436A-18CD-47F9-84E9-5FFE8E4F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5524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class Monster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public int Hp = 30;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public void TakeDamage(int damage)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{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    Hp -= damage;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}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class-parts">
            <a:extLst xmlns:a="http://schemas.openxmlformats.org/drawingml/2006/main">
              <a:ext uri="{FF2B5EF4-FFF2-40B4-BE49-F238E27FC236}">
                <a16:creationId xmlns:a16="http://schemas.microsoft.com/office/drawing/2014/main" id="{78933728-C9C1-4A72-8395-31147841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2880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Monster: 설계도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Hp: 몬스터가 가진 데이터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TakeDamage: 몬스터의 행동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new Monster(): 실제 객체 만들기</a:t>
            </a:r>
          </a:p>
        </p:txBody>
      </p:sp>
      <p:sp>
        <p:nvSpPr>
          <p:cNvPr id="6" name="class-limit">
            <a:extLst xmlns:a="http://schemas.openxmlformats.org/drawingml/2006/main">
              <a:ext uri="{FF2B5EF4-FFF2-40B4-BE49-F238E27FC236}">
                <a16:creationId xmlns:a16="http://schemas.microsoft.com/office/drawing/2014/main" id="{70B80EC1-C0DD-45BB-8C43-B7DD562B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339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오늘은 ‘사용’까지만. 잘 나누는 기준은 이후 수업에서 다룬다.</a:t>
            </a:r>
          </a:p>
        </p:txBody>
      </p:sp>
    </p:spTree>
    <p:extLst>
      <p:ext uri="{BB962C8B-B14F-4D97-AF65-F5344CB8AC3E}">
        <p14:creationId xmlns:p14="http://schemas.microsoft.com/office/powerpoint/2010/main" val="14673946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10">
            <a:extLst xmlns:a="http://schemas.openxmlformats.org/drawingml/2006/main">
              <a:ext uri="{FF2B5EF4-FFF2-40B4-BE49-F238E27FC236}">
                <a16:creationId xmlns:a16="http://schemas.microsoft.com/office/drawing/2014/main" id="{5C59E29B-A738-42EA-A473-3BFDA31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오류가 나면 추측보다 순서대로 확인한다</a:t>
            </a:r>
          </a:p>
        </p:txBody>
      </p:sp>
      <p:sp>
        <p:nvSpPr>
          <p:cNvPr id="2" name="accent-10">
            <a:extLst xmlns:a="http://schemas.openxmlformats.org/drawingml/2006/main">
              <a:ext uri="{FF2B5EF4-FFF2-40B4-BE49-F238E27FC236}">
                <a16:creationId xmlns:a16="http://schemas.microsoft.com/office/drawing/2014/main" id="{9BF528A9-A8AB-4413-B85C-0C6ED9AE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9621AC3C-E7F4-4BC6-BABF-0F87F563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debug-num-0">
            <a:extLst xmlns:a="http://schemas.openxmlformats.org/drawingml/2006/main">
              <a:ext uri="{FF2B5EF4-FFF2-40B4-BE49-F238E27FC236}">
                <a16:creationId xmlns:a16="http://schemas.microsoft.com/office/drawing/2014/main" id="{F7887C0C-DC7A-4E18-8141-AE0A4483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debug-text-0">
            <a:extLst xmlns:a="http://schemas.openxmlformats.org/drawingml/2006/main">
              <a:ext uri="{FF2B5EF4-FFF2-40B4-BE49-F238E27FC236}">
                <a16:creationId xmlns:a16="http://schemas.microsoft.com/office/drawing/2014/main" id="{77B65970-E949-4D96-9377-8CB80ABF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811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오류 메시지의 첫 줄을 읽는다</a:t>
            </a:r>
          </a:p>
        </p:txBody>
      </p:sp>
      <p:sp>
        <p:nvSpPr>
          <p:cNvPr id="6" name="debug-rule-0">
            <a:extLst xmlns:a="http://schemas.openxmlformats.org/drawingml/2006/main">
              <a:ext uri="{FF2B5EF4-FFF2-40B4-BE49-F238E27FC236}">
                <a16:creationId xmlns:a16="http://schemas.microsoft.com/office/drawing/2014/main" id="{80BDF939-608F-4D86-B53C-DACCF1C1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526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bug-num-1">
            <a:extLst xmlns:a="http://schemas.openxmlformats.org/drawingml/2006/main">
              <a:ext uri="{FF2B5EF4-FFF2-40B4-BE49-F238E27FC236}">
                <a16:creationId xmlns:a16="http://schemas.microsoft.com/office/drawing/2014/main" id="{F640C01C-954E-4587-B5FE-751FF102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8" name="debug-text-1">
            <a:extLst xmlns:a="http://schemas.openxmlformats.org/drawingml/2006/main">
              <a:ext uri="{FF2B5EF4-FFF2-40B4-BE49-F238E27FC236}">
                <a16:creationId xmlns:a16="http://schemas.microsoft.com/office/drawing/2014/main" id="{0A6F89C9-1FA1-4B06-AC30-4BAAC7AF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파일명과 줄 번호로 이동한다</a:t>
            </a:r>
          </a:p>
        </p:txBody>
      </p:sp>
      <p:sp>
        <p:nvSpPr>
          <p:cNvPr id="9" name="debug-rule-1">
            <a:extLst xmlns:a="http://schemas.openxmlformats.org/drawingml/2006/main">
              <a:ext uri="{FF2B5EF4-FFF2-40B4-BE49-F238E27FC236}">
                <a16:creationId xmlns:a16="http://schemas.microsoft.com/office/drawing/2014/main" id="{1E570809-C303-480E-A974-E8BB1B3C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bug-num-2">
            <a:extLst xmlns:a="http://schemas.openxmlformats.org/drawingml/2006/main">
              <a:ext uri="{FF2B5EF4-FFF2-40B4-BE49-F238E27FC236}">
                <a16:creationId xmlns:a16="http://schemas.microsoft.com/office/drawing/2014/main" id="{66C7B9B4-0C89-4025-B0A5-635EC5DE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1" name="debug-text-2">
            <a:extLst xmlns:a="http://schemas.openxmlformats.org/drawingml/2006/main">
              <a:ext uri="{FF2B5EF4-FFF2-40B4-BE49-F238E27FC236}">
                <a16:creationId xmlns:a16="http://schemas.microsoft.com/office/drawing/2014/main" id="{82E6BE02-8B10-48B3-8A76-21DA675B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194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변수 값과 조건식을 출력한다</a:t>
            </a:r>
          </a:p>
        </p:txBody>
      </p:sp>
      <p:sp>
        <p:nvSpPr>
          <p:cNvPr id="12" name="debug-rule-2">
            <a:extLst xmlns:a="http://schemas.openxmlformats.org/drawingml/2006/main">
              <a:ext uri="{FF2B5EF4-FFF2-40B4-BE49-F238E27FC236}">
                <a16:creationId xmlns:a16="http://schemas.microsoft.com/office/drawing/2014/main" id="{ADC53B21-4E8D-4B94-88E4-8216B938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90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debug-num-3">
            <a:extLst xmlns:a="http://schemas.openxmlformats.org/drawingml/2006/main">
              <a:ext uri="{FF2B5EF4-FFF2-40B4-BE49-F238E27FC236}">
                <a16:creationId xmlns:a16="http://schemas.microsoft.com/office/drawing/2014/main" id="{C99C91CE-CD08-4803-8206-290A1348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4" name="debug-text-3">
            <a:extLst xmlns:a="http://schemas.openxmlformats.org/drawingml/2006/main">
              <a:ext uri="{FF2B5EF4-FFF2-40B4-BE49-F238E27FC236}">
                <a16:creationId xmlns:a16="http://schemas.microsoft.com/office/drawing/2014/main" id="{AB61A848-D21C-4EF9-901A-E9C72D06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386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한 번에 한 부분만 수정한다</a:t>
            </a:r>
          </a:p>
        </p:txBody>
      </p:sp>
      <p:sp>
        <p:nvSpPr>
          <p:cNvPr id="15" name="debug-rule-3">
            <a:extLst xmlns:a="http://schemas.openxmlformats.org/drawingml/2006/main">
              <a:ext uri="{FF2B5EF4-FFF2-40B4-BE49-F238E27FC236}">
                <a16:creationId xmlns:a16="http://schemas.microsoft.com/office/drawing/2014/main" id="{AE08A258-DBCF-4730-9E9D-FB66731D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debug-num-4">
            <a:extLst xmlns:a="http://schemas.openxmlformats.org/drawingml/2006/main">
              <a:ext uri="{FF2B5EF4-FFF2-40B4-BE49-F238E27FC236}">
                <a16:creationId xmlns:a16="http://schemas.microsoft.com/office/drawing/2014/main" id="{2A57A12A-60B4-4076-BD00-82DC98B0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51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7" name="debug-text-4">
            <a:extLst xmlns:a="http://schemas.openxmlformats.org/drawingml/2006/main">
              <a:ext uri="{FF2B5EF4-FFF2-40B4-BE49-F238E27FC236}">
                <a16:creationId xmlns:a16="http://schemas.microsoft.com/office/drawing/2014/main" id="{DD642631-1546-4ABB-B277-258B70F2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57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수정 후 같은 조건으로 다시 실행한다</a:t>
            </a:r>
          </a:p>
        </p:txBody>
      </p:sp>
    </p:spTree>
    <p:extLst>
      <p:ext uri="{BB962C8B-B14F-4D97-AF65-F5344CB8AC3E}">
        <p14:creationId xmlns:p14="http://schemas.microsoft.com/office/powerpoint/2010/main" val="12259086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1">
            <a:extLst xmlns:a="http://schemas.openxmlformats.org/drawingml/2006/main">
              <a:ext uri="{FF2B5EF4-FFF2-40B4-BE49-F238E27FC236}">
                <a16:creationId xmlns:a16="http://schemas.microsoft.com/office/drawing/2014/main" id="{AB71DF57-0B8E-4E76-8072-89D82EF8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코드를 실행하기 전에 결과를 예측하자</a:t>
            </a:r>
          </a:p>
        </p:txBody>
      </p:sp>
      <p:sp>
        <p:nvSpPr>
          <p:cNvPr id="2" name="accent-11">
            <a:extLst xmlns:a="http://schemas.openxmlformats.org/drawingml/2006/main">
              <a:ext uri="{FF2B5EF4-FFF2-40B4-BE49-F238E27FC236}">
                <a16:creationId xmlns:a16="http://schemas.microsoft.com/office/drawing/2014/main" id="{8889986F-EF48-4711-95C1-97F871F6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8CD60890-5FF8-4945-AB99-363C6345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predict-code">
            <a:extLst xmlns:a="http://schemas.openxmlformats.org/drawingml/2006/main">
              <a:ext uri="{FF2B5EF4-FFF2-40B4-BE49-F238E27FC236}">
                <a16:creationId xmlns:a16="http://schemas.microsoft.com/office/drawing/2014/main" id="{19402087-6110-4946-88E7-91B1F1AF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68008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int hp = 25;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int damage = 8;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for (int turn = 1; turn &lt;= 3; turn++)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{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hp -= damage;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    Console.WriteLine($"{turn}턴: {hp}");</a:t>
            </a:r>
          </a:p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defRPr>
            </a:pPr>
            <a:r>
              <a:rPr sz="1575" b="0">
                <a:solidFill>
                  <a:srgbClr val="17212B"/>
                </a:solidFill>
                <a:latin typeface="Cascadia Mono"/>
                <a:ea typeface="Cascadia Mono"/>
                <a:cs typeface="Cascadia Mono"/>
              </a:rPr>
              <a:t>}</a:t>
            </a:r>
          </a:p>
        </p:txBody>
      </p:sp>
      <p:sp>
        <p:nvSpPr>
          <p:cNvPr id="5" name="predict-questions">
            <a:extLst xmlns:a="http://schemas.openxmlformats.org/drawingml/2006/main">
              <a:ext uri="{FF2B5EF4-FFF2-40B4-BE49-F238E27FC236}">
                <a16:creationId xmlns:a16="http://schemas.microsoft.com/office/drawing/2014/main" id="{EEB9D53E-0937-481B-9AE8-4CD7E06E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37147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화면에 몇 줄이 출력되는가?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마지막 hp 값은 얼마인가?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damage를 10으로 바꾸면?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hp가 0 이하일 때 멈추려면?</a:t>
            </a:r>
          </a:p>
        </p:txBody>
      </p:sp>
    </p:spTree>
    <p:extLst>
      <p:ext uri="{BB962C8B-B14F-4D97-AF65-F5344CB8AC3E}">
        <p14:creationId xmlns:p14="http://schemas.microsoft.com/office/powerpoint/2010/main" val="13863307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2">
            <a:extLst xmlns:a="http://schemas.openxmlformats.org/drawingml/2006/main">
              <a:ext uri="{FF2B5EF4-FFF2-40B4-BE49-F238E27FC236}">
                <a16:creationId xmlns:a16="http://schemas.microsoft.com/office/drawing/2014/main" id="{F36BB49F-E916-402E-ACFB-F438C3B2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실기: 고장 난 전투 프로그램을 완성하라</a:t>
            </a:r>
          </a:p>
        </p:txBody>
      </p:sp>
      <p:sp>
        <p:nvSpPr>
          <p:cNvPr id="2" name="accent-12">
            <a:extLst xmlns:a="http://schemas.openxmlformats.org/drawingml/2006/main">
              <a:ext uri="{FF2B5EF4-FFF2-40B4-BE49-F238E27FC236}">
                <a16:creationId xmlns:a16="http://schemas.microsoft.com/office/drawing/2014/main" id="{67EE2A35-CBF8-4D06-A324-46F8F8C5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2A6514D9-811A-4E07-A7B0-AAAF0C51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sp>
        <p:nvSpPr>
          <p:cNvPr id="4" name="assignment-core">
            <a:extLst xmlns:a="http://schemas.openxmlformats.org/drawingml/2006/main">
              <a:ext uri="{FF2B5EF4-FFF2-40B4-BE49-F238E27FC236}">
                <a16:creationId xmlns:a16="http://schemas.microsoft.com/office/drawing/2014/main" id="{11DBB6C2-A9CE-4F95-B656-BB6DD536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102870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플레이어와 몬스터의 체력·공격력을 설정한다.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플레이어가 공격 또는 회복을 선택한다.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몬스터가 살아 있으면 반격한다.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한쪽 체력이 0 이하가 되면 반복을 종료한다.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승리 또는 게임 오버 메시지를 출력한다.</a:t>
            </a:r>
          </a:p>
        </p:txBody>
      </p:sp>
      <p:sp>
        <p:nvSpPr>
          <p:cNvPr id="5" name="assignment-rule">
            <a:extLst xmlns:a="http://schemas.openxmlformats.org/drawingml/2006/main">
              <a:ext uri="{FF2B5EF4-FFF2-40B4-BE49-F238E27FC236}">
                <a16:creationId xmlns:a16="http://schemas.microsoft.com/office/drawing/2014/main" id="{49FE8087-7C86-4029-82A2-03253045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제공된 코드의 오류를 찾고, 필요한 부분만 수정한다.</a:t>
            </a:r>
          </a:p>
        </p:txBody>
      </p:sp>
    </p:spTree>
    <p:extLst>
      <p:ext uri="{BB962C8B-B14F-4D97-AF65-F5344CB8AC3E}">
        <p14:creationId xmlns:p14="http://schemas.microsoft.com/office/powerpoint/2010/main" val="9669445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13">
            <a:extLst xmlns:a="http://schemas.openxmlformats.org/drawingml/2006/main">
              <a:ext uri="{FF2B5EF4-FFF2-40B4-BE49-F238E27FC236}">
                <a16:creationId xmlns:a16="http://schemas.microsoft.com/office/drawing/2014/main" id="{6E2F2FBA-2874-4D34-8F5E-B3360A2F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기본 완료 조건</a:t>
            </a:r>
          </a:p>
        </p:txBody>
      </p:sp>
      <p:sp>
        <p:nvSpPr>
          <p:cNvPr id="2" name="accent-13">
            <a:extLst xmlns:a="http://schemas.openxmlformats.org/drawingml/2006/main">
              <a:ext uri="{FF2B5EF4-FFF2-40B4-BE49-F238E27FC236}">
                <a16:creationId xmlns:a16="http://schemas.microsoft.com/office/drawing/2014/main" id="{A59D0573-B70F-445E-8285-5BC985EF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2B2B9B64-E3C7-4826-8A33-C600993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completion-left">
            <a:extLst xmlns:a="http://schemas.openxmlformats.org/drawingml/2006/main">
              <a:ext uri="{FF2B5EF4-FFF2-40B4-BE49-F238E27FC236}">
                <a16:creationId xmlns:a16="http://schemas.microsoft.com/office/drawing/2014/main" id="{4C6E1DE0-D534-4456-AFEA-1F6255EB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컴파일 오류가 없다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공격과 반격이 작동한다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체력이 0 이하에서 종료된다</a:t>
            </a:r>
          </a:p>
        </p:txBody>
      </p:sp>
      <p:sp>
        <p:nvSpPr>
          <p:cNvPr id="5" name="completion-right">
            <a:extLst xmlns:a="http://schemas.openxmlformats.org/drawingml/2006/main">
              <a:ext uri="{FF2B5EF4-FFF2-40B4-BE49-F238E27FC236}">
                <a16:creationId xmlns:a16="http://schemas.microsoft.com/office/drawing/2014/main" id="{CA78E10A-6D06-4B41-BF47-D4148DC1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5143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회복이 최대 체력을 넘지 않는다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잘못된 입력을 처리한다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핵심 계산을 메서드로 분리한다</a:t>
            </a:r>
          </a:p>
        </p:txBody>
      </p:sp>
      <p:sp>
        <p:nvSpPr>
          <p:cNvPr id="6" name="completion-divider">
            <a:extLst xmlns:a="http://schemas.openxmlformats.org/drawingml/2006/main">
              <a:ext uri="{FF2B5EF4-FFF2-40B4-BE49-F238E27FC236}">
                <a16:creationId xmlns:a16="http://schemas.microsoft.com/office/drawing/2014/main" id="{F2F3C396-7796-45D3-A948-1A666E33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33550"/>
            <a:ext cx="190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letion-explain">
            <a:extLst xmlns:a="http://schemas.openxmlformats.org/drawingml/2006/main">
              <a:ext uri="{FF2B5EF4-FFF2-40B4-BE49-F238E27FC236}">
                <a16:creationId xmlns:a16="http://schemas.microsoft.com/office/drawing/2014/main" id="{097F91B1-2022-4884-90DB-F9928E94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완성 후 본인 코드의 실행 흐름을 설명해야 제출 완료다.</a:t>
            </a:r>
          </a:p>
        </p:txBody>
      </p:sp>
    </p:spTree>
    <p:extLst>
      <p:ext uri="{BB962C8B-B14F-4D97-AF65-F5344CB8AC3E}">
        <p14:creationId xmlns:p14="http://schemas.microsoft.com/office/powerpoint/2010/main" val="1559510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14">
            <a:extLst xmlns:a="http://schemas.openxmlformats.org/drawingml/2006/main">
              <a:ext uri="{FF2B5EF4-FFF2-40B4-BE49-F238E27FC236}">
                <a16:creationId xmlns:a16="http://schemas.microsoft.com/office/drawing/2014/main" id="{AA5F4254-70FC-49D1-9BE3-ED2E23CC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빠르게 끝났다면 기능 하나를 확장한다</a:t>
            </a:r>
          </a:p>
        </p:txBody>
      </p:sp>
      <p:sp>
        <p:nvSpPr>
          <p:cNvPr id="2" name="accent-14">
            <a:extLst xmlns:a="http://schemas.openxmlformats.org/drawingml/2006/main">
              <a:ext uri="{FF2B5EF4-FFF2-40B4-BE49-F238E27FC236}">
                <a16:creationId xmlns:a16="http://schemas.microsoft.com/office/drawing/2014/main" id="{1D73E6A7-0B88-4536-BC11-62CF888D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4">
            <a:extLst xmlns:a="http://schemas.openxmlformats.org/drawingml/2006/main">
              <a:ext uri="{FF2B5EF4-FFF2-40B4-BE49-F238E27FC236}">
                <a16:creationId xmlns:a16="http://schemas.microsoft.com/office/drawing/2014/main" id="{692A5428-EE9B-40D6-A66D-428619C1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ext-title-0">
            <a:extLst xmlns:a="http://schemas.openxmlformats.org/drawingml/2006/main">
              <a:ext uri="{FF2B5EF4-FFF2-40B4-BE49-F238E27FC236}">
                <a16:creationId xmlns:a16="http://schemas.microsoft.com/office/drawing/2014/main" id="{12FA5B58-3285-4537-92A6-0E3E329F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치명타</a:t>
            </a:r>
          </a:p>
        </p:txBody>
      </p:sp>
      <p:sp>
        <p:nvSpPr>
          <p:cNvPr id="5" name="ext-body-0">
            <a:extLst xmlns:a="http://schemas.openxmlformats.org/drawingml/2006/main">
              <a:ext uri="{FF2B5EF4-FFF2-40B4-BE49-F238E27FC236}">
                <a16:creationId xmlns:a16="http://schemas.microsoft.com/office/drawing/2014/main" id="{8551B082-12E6-4B0C-8444-4BE034CB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573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일정 확률로 피해량 2배</a:t>
            </a:r>
          </a:p>
        </p:txBody>
      </p:sp>
      <p:sp>
        <p:nvSpPr>
          <p:cNvPr id="6" name="ext-rule-0">
            <a:extLst xmlns:a="http://schemas.openxmlformats.org/drawingml/2006/main">
              <a:ext uri="{FF2B5EF4-FFF2-40B4-BE49-F238E27FC236}">
                <a16:creationId xmlns:a16="http://schemas.microsoft.com/office/drawing/2014/main" id="{5678160B-C162-4FD6-BD40-58C3291E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xt-title-1">
            <a:extLst xmlns:a="http://schemas.openxmlformats.org/drawingml/2006/main">
              <a:ext uri="{FF2B5EF4-FFF2-40B4-BE49-F238E27FC236}">
                <a16:creationId xmlns:a16="http://schemas.microsoft.com/office/drawing/2014/main" id="{575570B8-904A-4E64-8E50-1D6983D6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난이도</a:t>
            </a:r>
          </a:p>
        </p:txBody>
      </p:sp>
      <p:sp>
        <p:nvSpPr>
          <p:cNvPr id="8" name="ext-body-1">
            <a:extLst xmlns:a="http://schemas.openxmlformats.org/drawingml/2006/main">
              <a:ext uri="{FF2B5EF4-FFF2-40B4-BE49-F238E27FC236}">
                <a16:creationId xmlns:a16="http://schemas.microsoft.com/office/drawing/2014/main" id="{650DD531-8BB3-47B5-8B5C-4BFF559F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098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3턴마다 몬스터 공격력 증가</a:t>
            </a:r>
          </a:p>
        </p:txBody>
      </p:sp>
      <p:sp>
        <p:nvSpPr>
          <p:cNvPr id="9" name="ext-rule-1">
            <a:extLst xmlns:a="http://schemas.openxmlformats.org/drawingml/2006/main">
              <a:ext uri="{FF2B5EF4-FFF2-40B4-BE49-F238E27FC236}">
                <a16:creationId xmlns:a16="http://schemas.microsoft.com/office/drawing/2014/main" id="{066C36FB-EAB2-4873-9BAB-EBE538BD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289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xt-title-2">
            <a:extLst xmlns:a="http://schemas.openxmlformats.org/drawingml/2006/main">
              <a:ext uri="{FF2B5EF4-FFF2-40B4-BE49-F238E27FC236}">
                <a16:creationId xmlns:a16="http://schemas.microsoft.com/office/drawing/2014/main" id="{9FB98F0A-DB43-4AEF-8D80-A3A00BEB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아이템</a:t>
            </a:r>
          </a:p>
        </p:txBody>
      </p:sp>
      <p:sp>
        <p:nvSpPr>
          <p:cNvPr id="11" name="ext-body-2">
            <a:extLst xmlns:a="http://schemas.openxmlformats.org/drawingml/2006/main">
              <a:ext uri="{FF2B5EF4-FFF2-40B4-BE49-F238E27FC236}">
                <a16:creationId xmlns:a16="http://schemas.microsoft.com/office/drawing/2014/main" id="{850664A9-5724-4EB7-996A-776B252E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623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Potion을 사용하면 체력 회복</a:t>
            </a:r>
          </a:p>
        </p:txBody>
      </p:sp>
      <p:sp>
        <p:nvSpPr>
          <p:cNvPr id="12" name="ext-rule-2">
            <a:extLst xmlns:a="http://schemas.openxmlformats.org/drawingml/2006/main">
              <a:ext uri="{FF2B5EF4-FFF2-40B4-BE49-F238E27FC236}">
                <a16:creationId xmlns:a16="http://schemas.microsoft.com/office/drawing/2014/main" id="{C107E239-7839-42D7-81C7-FA70BE55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814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xt-title-3">
            <a:extLst xmlns:a="http://schemas.openxmlformats.org/drawingml/2006/main">
              <a:ext uri="{FF2B5EF4-FFF2-40B4-BE49-F238E27FC236}">
                <a16:creationId xmlns:a16="http://schemas.microsoft.com/office/drawing/2014/main" id="{0CBD1CB6-589E-42CD-872E-B32448FE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연속 전투</a:t>
            </a:r>
          </a:p>
        </p:txBody>
      </p:sp>
      <p:sp>
        <p:nvSpPr>
          <p:cNvPr id="14" name="ext-body-3">
            <a:extLst xmlns:a="http://schemas.openxmlformats.org/drawingml/2006/main">
              <a:ext uri="{FF2B5EF4-FFF2-40B4-BE49-F238E27FC236}">
                <a16:creationId xmlns:a16="http://schemas.microsoft.com/office/drawing/2014/main" id="{6F92459D-8E53-409E-BF59-C17003C3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148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몬스터 3마리를 차례로 상대</a:t>
            </a:r>
          </a:p>
        </p:txBody>
      </p:sp>
    </p:spTree>
    <p:extLst>
      <p:ext uri="{BB962C8B-B14F-4D97-AF65-F5344CB8AC3E}">
        <p14:creationId xmlns:p14="http://schemas.microsoft.com/office/powerpoint/2010/main" val="13827299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15">
            <a:extLst xmlns:a="http://schemas.openxmlformats.org/drawingml/2006/main">
              <a:ext uri="{FF2B5EF4-FFF2-40B4-BE49-F238E27FC236}">
                <a16:creationId xmlns:a16="http://schemas.microsoft.com/office/drawing/2014/main" id="{615C5864-D3F5-4E02-AA76-3C2F0E17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평가는 결과보다 설명과 수정까지 본다</a:t>
            </a:r>
          </a:p>
        </p:txBody>
      </p:sp>
      <p:sp>
        <p:nvSpPr>
          <p:cNvPr id="2" name="accent-15">
            <a:extLst xmlns:a="http://schemas.openxmlformats.org/drawingml/2006/main">
              <a:ext uri="{FF2B5EF4-FFF2-40B4-BE49-F238E27FC236}">
                <a16:creationId xmlns:a16="http://schemas.microsoft.com/office/drawing/2014/main" id="{8B43D01F-E734-4F1B-9681-CE325DAB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5">
            <a:extLst xmlns:a="http://schemas.openxmlformats.org/drawingml/2006/main">
              <a:ext uri="{FF2B5EF4-FFF2-40B4-BE49-F238E27FC236}">
                <a16:creationId xmlns:a16="http://schemas.microsoft.com/office/drawing/2014/main" id="{927BD37A-F542-409A-BD87-1C5B49C6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sp>
        <p:nvSpPr>
          <p:cNvPr id="4" name="score-0">
            <a:extLst xmlns:a="http://schemas.openxmlformats.org/drawingml/2006/main">
              <a:ext uri="{FF2B5EF4-FFF2-40B4-BE49-F238E27FC236}">
                <a16:creationId xmlns:a16="http://schemas.microsoft.com/office/drawing/2014/main" id="{02F36D87-5375-47A0-83F6-6ECC383D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40%</a:t>
            </a:r>
          </a:p>
        </p:txBody>
      </p:sp>
      <p:sp>
        <p:nvSpPr>
          <p:cNvPr id="5" name="score-title-0">
            <a:extLst xmlns:a="http://schemas.openxmlformats.org/drawingml/2006/main">
              <a:ext uri="{FF2B5EF4-FFF2-40B4-BE49-F238E27FC236}">
                <a16:creationId xmlns:a16="http://schemas.microsoft.com/office/drawing/2014/main" id="{983AF31F-9147-43C4-9F12-45BAD155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기능 완성</a:t>
            </a:r>
          </a:p>
        </p:txBody>
      </p:sp>
      <p:sp>
        <p:nvSpPr>
          <p:cNvPr id="6" name="score-desc-0">
            <a:extLst xmlns:a="http://schemas.openxmlformats.org/drawingml/2006/main">
              <a:ext uri="{FF2B5EF4-FFF2-40B4-BE49-F238E27FC236}">
                <a16:creationId xmlns:a16="http://schemas.microsoft.com/office/drawing/2014/main" id="{6B6BE62A-45C7-4E02-8D4E-55523D6A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2324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요구한 기능이 정상 작동하는가</a:t>
            </a:r>
          </a:p>
        </p:txBody>
      </p:sp>
      <p:sp>
        <p:nvSpPr>
          <p:cNvPr id="7" name="score-1">
            <a:extLst xmlns:a="http://schemas.openxmlformats.org/drawingml/2006/main">
              <a:ext uri="{FF2B5EF4-FFF2-40B4-BE49-F238E27FC236}">
                <a16:creationId xmlns:a16="http://schemas.microsoft.com/office/drawing/2014/main" id="{88E9C13D-5F70-4872-A1F9-29AC68E0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25%</a:t>
            </a:r>
          </a:p>
        </p:txBody>
      </p:sp>
      <p:sp>
        <p:nvSpPr>
          <p:cNvPr id="8" name="score-title-1">
            <a:extLst xmlns:a="http://schemas.openxmlformats.org/drawingml/2006/main">
              <a:ext uri="{FF2B5EF4-FFF2-40B4-BE49-F238E27FC236}">
                <a16:creationId xmlns:a16="http://schemas.microsoft.com/office/drawing/2014/main" id="{A1DE1E7A-2CE0-48AB-95C1-15C63151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67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코드 설명</a:t>
            </a:r>
          </a:p>
        </p:txBody>
      </p:sp>
      <p:sp>
        <p:nvSpPr>
          <p:cNvPr id="9" name="score-desc-1">
            <a:extLst xmlns:a="http://schemas.openxmlformats.org/drawingml/2006/main">
              <a:ext uri="{FF2B5EF4-FFF2-40B4-BE49-F238E27FC236}">
                <a16:creationId xmlns:a16="http://schemas.microsoft.com/office/drawing/2014/main" id="{65AD3497-C918-489D-B81E-D877F93C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324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흐름과 작성 이유를 말할 수 있는가</a:t>
            </a:r>
          </a:p>
        </p:txBody>
      </p:sp>
      <p:sp>
        <p:nvSpPr>
          <p:cNvPr id="10" name="score-2">
            <a:extLst xmlns:a="http://schemas.openxmlformats.org/drawingml/2006/main">
              <a:ext uri="{FF2B5EF4-FFF2-40B4-BE49-F238E27FC236}">
                <a16:creationId xmlns:a16="http://schemas.microsoft.com/office/drawing/2014/main" id="{559365DE-E811-4EC7-AAD7-6D0FBACC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20%</a:t>
            </a:r>
          </a:p>
        </p:txBody>
      </p:sp>
      <p:sp>
        <p:nvSpPr>
          <p:cNvPr id="11" name="score-title-2">
            <a:extLst xmlns:a="http://schemas.openxmlformats.org/drawingml/2006/main">
              <a:ext uri="{FF2B5EF4-FFF2-40B4-BE49-F238E27FC236}">
                <a16:creationId xmlns:a16="http://schemas.microsoft.com/office/drawing/2014/main" id="{B15D572B-16F9-4985-B2B4-0FC3AD43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디버깅·변경</a:t>
            </a:r>
          </a:p>
        </p:txBody>
      </p:sp>
      <p:sp>
        <p:nvSpPr>
          <p:cNvPr id="12" name="score-desc-2">
            <a:extLst xmlns:a="http://schemas.openxmlformats.org/drawingml/2006/main">
              <a:ext uri="{FF2B5EF4-FFF2-40B4-BE49-F238E27FC236}">
                <a16:creationId xmlns:a16="http://schemas.microsoft.com/office/drawing/2014/main" id="{34637B3F-C53B-4329-9379-E01276A3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324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오류를 찾고 새 조건에 대응하는가</a:t>
            </a:r>
          </a:p>
        </p:txBody>
      </p:sp>
      <p:sp>
        <p:nvSpPr>
          <p:cNvPr id="13" name="score-3">
            <a:extLst xmlns:a="http://schemas.openxmlformats.org/drawingml/2006/main">
              <a:ext uri="{FF2B5EF4-FFF2-40B4-BE49-F238E27FC236}">
                <a16:creationId xmlns:a16="http://schemas.microsoft.com/office/drawing/2014/main" id="{2602B608-F43A-47BD-9209-E4224430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097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15%</a:t>
            </a:r>
          </a:p>
        </p:txBody>
      </p:sp>
      <p:sp>
        <p:nvSpPr>
          <p:cNvPr id="14" name="score-title-3">
            <a:extLst xmlns:a="http://schemas.openxmlformats.org/drawingml/2006/main">
              <a:ext uri="{FF2B5EF4-FFF2-40B4-BE49-F238E27FC236}">
                <a16:creationId xmlns:a16="http://schemas.microsoft.com/office/drawing/2014/main" id="{EF7058D8-FC6F-4640-BCBA-9421E6C7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670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제출·태도</a:t>
            </a:r>
          </a:p>
        </p:txBody>
      </p:sp>
      <p:sp>
        <p:nvSpPr>
          <p:cNvPr id="15" name="score-desc-3">
            <a:extLst xmlns:a="http://schemas.openxmlformats.org/drawingml/2006/main">
              <a:ext uri="{FF2B5EF4-FFF2-40B4-BE49-F238E27FC236}">
                <a16:creationId xmlns:a16="http://schemas.microsoft.com/office/drawing/2014/main" id="{0B799934-1764-4EA9-A26C-8A038FA2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2324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Git 규칙과 수업 약속을 지키는가</a:t>
            </a:r>
          </a:p>
        </p:txBody>
      </p:sp>
      <p:sp>
        <p:nvSpPr>
          <p:cNvPr id="16" name="ai-rule">
            <a:extLst xmlns:a="http://schemas.openxmlformats.org/drawingml/2006/main">
              <a:ext uri="{FF2B5EF4-FFF2-40B4-BE49-F238E27FC236}">
                <a16:creationId xmlns:a16="http://schemas.microsoft.com/office/drawing/2014/main" id="{7975279B-3CE2-4819-A9D4-44D6446A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AI 사용은 가능하지만 사용한 부분을 밝히고 직접 설명·수정해야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9017639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16">
            <a:extLst xmlns:a="http://schemas.openxmlformats.org/drawingml/2006/main">
              <a:ext uri="{FF2B5EF4-FFF2-40B4-BE49-F238E27FC236}">
                <a16:creationId xmlns:a16="http://schemas.microsoft.com/office/drawing/2014/main" id="{95E9D9D8-CE40-4F9B-808B-41039235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066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제출 전 마지막 확인</a:t>
            </a:r>
          </a:p>
        </p:txBody>
      </p:sp>
      <p:sp>
        <p:nvSpPr>
          <p:cNvPr id="2" name="accent-16">
            <a:extLst xmlns:a="http://schemas.openxmlformats.org/drawingml/2006/main">
              <a:ext uri="{FF2B5EF4-FFF2-40B4-BE49-F238E27FC236}">
                <a16:creationId xmlns:a16="http://schemas.microsoft.com/office/drawing/2014/main" id="{62707224-F7DB-4A83-8C40-0451DD81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age-16">
            <a:extLst xmlns:a="http://schemas.openxmlformats.org/drawingml/2006/main">
              <a:ext uri="{FF2B5EF4-FFF2-40B4-BE49-F238E27FC236}">
                <a16:creationId xmlns:a16="http://schemas.microsoft.com/office/drawing/2014/main" id="{9C132265-58FA-4400-A1A6-8F0D1EC6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submission-list">
            <a:extLst xmlns:a="http://schemas.openxmlformats.org/drawingml/2006/main">
              <a:ext uri="{FF2B5EF4-FFF2-40B4-BE49-F238E27FC236}">
                <a16:creationId xmlns:a16="http://schemas.microsoft.com/office/drawing/2014/main" id="{EDFDC10A-E09B-4116-8D4C-E986B98F2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10382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프로그램을 처음부터 끝까지 직접 실행했다.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오류가 발생하는 입력도 확인했다.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branch → commit → push → PR 순서로 제출했다.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PR에 변경 내용과 AI 사용 여부를 적었다.</a:t>
            </a:r>
          </a:p>
          <a:p xmlns:a="http://schemas.openxmlformats.org/drawingml/2006/main">
            <a:pPr algn="l">
              <a:def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• 교사가 지정한 조건을 현장에서 수정할 준비가 됐다.</a:t>
            </a:r>
          </a:p>
        </p:txBody>
      </p:sp>
      <p:sp>
        <p:nvSpPr>
          <p:cNvPr id="5" name="closing">
            <a:extLst xmlns:a="http://schemas.openxmlformats.org/drawingml/2006/main">
              <a:ext uri="{FF2B5EF4-FFF2-40B4-BE49-F238E27FC236}">
                <a16:creationId xmlns:a16="http://schemas.microsoft.com/office/drawing/2014/main" id="{06884BA9-99F1-4FEF-ADF0-6D062103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261A0"/>
                </a:solidFill>
                <a:latin typeface="Malgun Gothic"/>
                <a:ea typeface="Malgun Gothic"/>
                <a:cs typeface="Malgun Gothic"/>
              </a:rPr>
              <a:t>작동하는 코드 + 설명 가능한 코드 = 오늘의 완료</a:t>
            </a:r>
          </a:p>
        </p:txBody>
      </p:sp>
    </p:spTree>
    <p:extLst>
      <p:ext uri="{BB962C8B-B14F-4D97-AF65-F5344CB8AC3E}">
        <p14:creationId xmlns:p14="http://schemas.microsoft.com/office/powerpoint/2010/main" val="724317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2026-08-26T01:51:46.9160000Z</dcterms:created>
  <dcterms:modified xsi:type="dcterms:W3CDTF">2026-08-26T01:51:46.9160000Z</dcterms:modified>
</coreProperties>
</file>